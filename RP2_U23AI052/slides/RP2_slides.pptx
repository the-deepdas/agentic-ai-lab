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(0:00-0:30) Introduce the question: does a longer tool list make an LLM worse at choosing the right MCP tool, and what does it cost? Individual project, roll number U23AI052.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(0:30-1:30) Read the objective, then be upfront about the deviations. The public release has only single-step data for these three domains, so multi-step and AST DAG are dropped. The GPT-4o judge is replaced by a deterministic scorer that I checked against my own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(1:30-2:30) Nested design: the 5-tool context is a subset of the 20-tool one, which is a subset of the 50-tool one. Same prompt files, same model, same decoding. Three ablations isolate one factor each: position, length,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(2:30-3:30) Walk the pipeline left to right. Everything is mine except the benchmark's task data and labels. A failed API call becomes an api_error record and is never a crash; interrupted runs resume. 56 unit tests including an oracle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(3:30-4:15) These are the rubric requirements. Each one maps to a file in the repository. Planned token cost is in the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(4:15-5:30) Read the three AST numbers, then the paired bootstrap interval for 5 to 50 tools. Say whether it is outside sampling noise. Then point to the tool-selection series: is the loss selection or argument filling?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(5:30-6:15) Tokens per task grow with the tool list; the question is whether accuracy bought with tokens could be had more cheaply. The self-consistency arm gives the 5-tool baseline about the same token budget as 50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(6:15-7:00) Position arm: is it where the right tool sits? Padding arm: is it context length rather than number of choices? Each row is a paired difference with a bootstrap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(7:00-7:45) Failure labels are exclusive and computed from the trace. Then read one failure from its trace: query, gold tool, the tool it picked, and the tool descriptions. State the cause in your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(7:45-8:00 then LIVE DEMO) Run: python scripts/demo.py --domain map   (or --task-index N). It prints the query, gold tool, then the same task at 5, 20 and 50 tools: tool called, pass/fail with failure label, tokens, latency. Traces are opened from results/demo/traces. If the API is slow, play the recorded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1F2A6B"/>
                </a:solidFill>
                <a:latin typeface="Calibri"/>
              </a:rPr>
              <a:t>Does a longer tool list hurt MCP tool selection?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0" i="0">
                <a:solidFill>
                  <a:srgbClr val="1B1B1F"/>
                </a:solidFill>
                <a:latin typeface="Calibri"/>
              </a:rPr>
              <a:t>5 vs 20 vs 50 tools in context on a 200-task MCPToolBench++ subset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5F6373"/>
                </a:solidFill>
                <a:latin typeface="Calibri"/>
              </a:rPr>
              <a:t>AI465 Agentic AI  |  Research Project, Phase 2: implementation and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5F6373"/>
                </a:solidFill>
                <a:latin typeface="Calibri"/>
              </a:rPr>
              <a:t>U23AI052  |  Individual work  |  SVNIT Surat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Objective, and what changed from Phase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4206240" cy="484632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840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6B"/>
                </a:solidFill>
                <a:latin typeface="Calibri"/>
              </a:rPr>
              <a:t>Approved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84048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>Effect of tool-count context (5 vs 20 vs 50 tools) on MCP tool-selection accuracy and failure composition, on a stratified 200-task MCPToolBench++ subset (search, map, finance).</a:t>
            </a:r>
          </a:p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>Metrics: AST accuracy, tokens, calls and latency per task, plus a failure taxonomy.</a:t>
            </a:r>
          </a:p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>Fills the paper's gaps: no cost, no variance, no failure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71600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6B"/>
                </a:solidFill>
                <a:latin typeface="Calibri"/>
              </a:rPr>
              <a:t>Declared deviations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2024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D1 Single-step only.</a:t>
            </a:r>
            <a:r>
              <a:rPr sz="1600" b="0">
                <a:solidFill>
                  <a:srgbClr val="1B1B1F"/>
                </a:solidFill>
                <a:latin typeface="Calibri"/>
              </a:rPr>
              <a:t> Public data has no multi-step items for these domains, so no AST DAG.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D2 No Pass@K.</a:t>
            </a:r>
            <a:r>
              <a:rPr sz="1600" b="0">
                <a:solidFill>
                  <a:srgbClr val="1B1B1F"/>
                </a:solidFill>
                <a:latin typeface="Calibri"/>
              </a:rPr>
              <a:t> Needs live MCP servers and credentials.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D3 Deterministic scorer</a:t>
            </a:r>
            <a:r>
              <a:rPr sz="1600" b="0">
                <a:solidFill>
                  <a:srgbClr val="1B1B1F"/>
                </a:solidFill>
                <a:latin typeface="Calibri"/>
              </a:rPr>
              <a:t> instead of the GPT-4o judge; audited against my labels.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D4 Distractors</a:t>
            </a:r>
            <a:r>
              <a:rPr sz="1600" b="0">
                <a:solidFill>
                  <a:srgbClr val="1B1B1F"/>
                </a:solidFill>
                <a:latin typeface="Calibri"/>
              </a:rPr>
              <a:t> from an 87-tool pool; native lists are only 1, 5 or 32 tools.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D5 Matched budget</a:t>
            </a:r>
            <a:r>
              <a:rPr sz="1600" b="0">
                <a:solidFill>
                  <a:srgbClr val="1B1B1F"/>
                </a:solidFill>
                <a:latin typeface="Calibri"/>
              </a:rPr>
              <a:t> = identical prompts + 5-tool baseline with k=8 votes.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D6 Missing required parameter</a:t>
            </a:r>
            <a:r>
              <a:rPr sz="1600" b="0">
                <a:solidFill>
                  <a:srgbClr val="1B1B1F"/>
                </a:solidFill>
                <a:latin typeface="Calibri"/>
              </a:rPr>
              <a:t> counts as an error (stricter).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Design: the tool list is the only thing that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8778240" cy="402336"/>
          </a:xfrm>
          <a:prstGeom prst="rect">
            <a:avLst/>
          </a:prstGeom>
          <a:solidFill>
            <a:srgbClr val="C9D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3560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B1B1F"/>
                </a:solidFill>
                <a:latin typeface="Calibri"/>
              </a:rPr>
              <a:t>50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92808"/>
            <a:ext cx="5669280" cy="402336"/>
          </a:xfrm>
          <a:prstGeom prst="rect">
            <a:avLst/>
          </a:prstGeom>
          <a:solidFill>
            <a:srgbClr val="8FA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5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B1B1F"/>
                </a:solidFill>
                <a:latin typeface="Calibri"/>
              </a:rPr>
              <a:t>20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68296"/>
            <a:ext cx="2377440" cy="402336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86584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5F6373"/>
                </a:solidFill>
                <a:latin typeface="Calibri"/>
              </a:rPr>
              <a:t>gold tool + up to 2 labelled similar tools are always present; distractors come from one seeded permutation per task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47472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48056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differs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Isolates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c05 / c20 / c50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5, 20, 50 tools in context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effect of tool count (the objective)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c50_goldfirst / goldlast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gold tool placed first or last at 50 tools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position of the right tool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c05_padded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5 tools + neutral text to the 50-tool length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context length vs number of choices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c05_sc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5 tools, 8 samples, majority vote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matched token budget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Same system and user prompt files in every condition (a test asserts it). Every run: 200 tasks x 3 repetitions, temperature and seed pinned.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What I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Subset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200 tasks, 87-tool pool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Condition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nested tool 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Runner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model adapters, retries, resume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Traces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prompt, tools, response, 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Scorer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tool_ok, param_ok, 9 failure 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Aggregate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mean±SD, bootstrap, figures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38328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B1B1F"/>
                </a:solidFill>
                <a:latin typeface="Calibri"/>
              </a:rPr>
              <a:t>•  Own code:</a:t>
            </a:r>
            <a:r>
              <a:rPr sz="1700" b="0">
                <a:solidFill>
                  <a:srgbClr val="1B1B1F"/>
                </a:solidFill>
                <a:latin typeface="Calibri"/>
              </a:rPr>
              <a:t> runner, condition builder, scorer, statistics, report and slide generators, tests.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1B1F"/>
                </a:solidFill>
                <a:latin typeface="Calibri"/>
              </a:rPr>
              <a:t>•  Borrowed:</a:t>
            </a:r>
            <a:r>
              <a:rPr sz="1700" b="0">
                <a:solidFill>
                  <a:srgbClr val="1B1B1F"/>
                </a:solidFill>
                <a:latin typeface="Calibri"/>
              </a:rPr>
              <a:t> the benchmark's task data and labels (commit 2bd35e5); its judge rules re-implemented, no code imported.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1B1F"/>
                </a:solidFill>
                <a:latin typeface="Calibri"/>
              </a:rPr>
              <a:t>•  Robustness:</a:t>
            </a:r>
            <a:r>
              <a:rPr sz="1700" b="0">
                <a:solidFill>
                  <a:srgbClr val="1B1B1F"/>
                </a:solidFill>
                <a:latin typeface="Calibri"/>
              </a:rPr>
              <a:t> retries with backoff, rate limit, resume, jobs interleaved across conditions so model drift hits all of them.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1B1F"/>
                </a:solidFill>
                <a:latin typeface="Calibri"/>
              </a:rPr>
              <a:t>•  Checked:</a:t>
            </a:r>
            <a:r>
              <a:rPr sz="1700" b="0">
                <a:solidFill>
                  <a:srgbClr val="1B1B1F"/>
                </a:solidFill>
                <a:latin typeface="Calibri"/>
              </a:rPr>
              <a:t> oracle test (200 gold labels score 100%), perturbation tests, 20-task audit against my own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Experimental 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13816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How it is met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Repetition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3 full passes per condition; mean ± SD over runs; paired bootstrap over tasks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Pinned configuration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configs/config.yaml, manifest.json per run: model string asked and returned, temperature, top-p, seed, dates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Prompts as artefacts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prompts/*.txt; conditions differ only in the tool list (padding arm adds neutral text)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Metrics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tool and AST accuracy; model calls, input and output tokens, latency per task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Traces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every call: full prompt, tool list, raw response, usage, score, failure label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Judging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no LLM judge; deterministic scorer checked on 20 tasks against my labels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Reproducibility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one command per table; README states runtime and token cost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Results: accuracy vs number of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32918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F2A6B"/>
                </a:solidFill>
                <a:latin typeface="Calibri"/>
              </a:rPr>
              <a:t>Result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6696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Accuracy at 5, 20 and 50 tools with run-to-run SD and the paired bootstrap interval.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Run: python scripts/run_experiment.py --tiers 1 2 3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then: python scripts/aggregate.py --run-dir results/&lt;run&gt;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then: python scripts/make_slides.py --run-dir results/&lt;run&gt;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Results: what the extra tools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32918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F2A6B"/>
                </a:solidFill>
                <a:latin typeface="Calibri"/>
              </a:rPr>
              <a:t>Result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6696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Tokens, calls and latency per task, and accuracy against budget.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Run: python scripts/run_experiment.py --tiers 1 2 3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then: python scripts/aggregate.py --run-dir results/&lt;run&gt;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then: python scripts/make_slides.py --run-dir results/&lt;run&gt;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Ablations: what explains the effect?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32918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F2A6B"/>
                </a:solidFill>
                <a:latin typeface="Calibri"/>
              </a:rPr>
              <a:t>Result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6696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Position, padding and matched-budget comparisons with bootstrap intervals (tiers 2 and 3).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Run: python scripts/run_experiment.py --tiers 1 2 3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then: python scripts/aggregate.py --run-dir results/&lt;run&gt;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then: python scripts/make_slides.py --run-dir results/&lt;run&gt;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Why it fails: taxonomy and a traced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32918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F2A6B"/>
                </a:solidFill>
                <a:latin typeface="Calibri"/>
              </a:rPr>
              <a:t>Result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6696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Failure composition at 5 and 50 tools, plus one failure case read from its trace.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Run: python scripts/run_experiment.py --tiers 1 2 3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then: python scripts/aggregate.py --run-dir results/&lt;run&gt;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then: python scripts/make_slides.py --run-dir results/&lt;run&gt;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Limitations, next steps, and the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6B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One model, one temperature, single-step tasks.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Labels are the benchmark's; a valid alternative tool can be scored wrong.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Distractors are mostly cross-domain, so easier than a real marketplace.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Lenient parameter matching, as in the benchmark.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No Pass@K or live MCP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6B"/>
                </a:solidFill>
                <a:latin typeface="Calibri"/>
              </a:rPr>
              <a:t>With four more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Several models and sizes.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Distractors chosen by similarity to the gold tool.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A retrieval baseline that shows only the top-k tools.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Multi-step chains built from labelled calls.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Live MCP servers for Pass@K.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754880"/>
            <a:ext cx="5394960" cy="13716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846320"/>
            <a:ext cx="51206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Live demo</a:t>
            </a:r>
          </a:p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python scripts/demo.py --domain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